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55B-59D8-4D87-84A6-6E6EDB927304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ABDE7-6BF1-4198-A82E-029CB2EF71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8468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55B-59D8-4D87-84A6-6E6EDB927304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ABDE7-6BF1-4198-A82E-029CB2EF71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481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55B-59D8-4D87-84A6-6E6EDB927304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ABDE7-6BF1-4198-A82E-029CB2EF71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6077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55B-59D8-4D87-84A6-6E6EDB927304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ABDE7-6BF1-4198-A82E-029CB2EF71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683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55B-59D8-4D87-84A6-6E6EDB927304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ABDE7-6BF1-4198-A82E-029CB2EF71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0258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55B-59D8-4D87-84A6-6E6EDB927304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ABDE7-6BF1-4198-A82E-029CB2EF71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281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55B-59D8-4D87-84A6-6E6EDB927304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ABDE7-6BF1-4198-A82E-029CB2EF71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750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55B-59D8-4D87-84A6-6E6EDB927304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ABDE7-6BF1-4198-A82E-029CB2EF71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5202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55B-59D8-4D87-84A6-6E6EDB927304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ABDE7-6BF1-4198-A82E-029CB2EF71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3663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55B-59D8-4D87-84A6-6E6EDB927304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ABDE7-6BF1-4198-A82E-029CB2EF71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263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55B-59D8-4D87-84A6-6E6EDB927304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ABDE7-6BF1-4198-A82E-029CB2EF71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6734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0655B-59D8-4D87-84A6-6E6EDB927304}" type="datetimeFigureOut">
              <a:rPr lang="pt-BR" smtClean="0"/>
              <a:t>03/08/2023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BDE7-6BF1-4198-A82E-029CB2EF71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7022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304801" y="466164"/>
            <a:ext cx="51579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</a:rPr>
              <a:t>Relembrando conhecimentos</a:t>
            </a:r>
            <a:endParaRPr lang="pt-BR" sz="3200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Next.js vs WordPress: Why Next.js is better than WordPres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9412" y="301080"/>
            <a:ext cx="749859" cy="7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04800" y="1930468"/>
            <a:ext cx="2961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smtClean="0">
                <a:solidFill>
                  <a:schemeClr val="bg1"/>
                </a:solidFill>
              </a:rPr>
              <a:t>&gt; </a:t>
            </a:r>
            <a:r>
              <a:rPr lang="pt-BR" sz="2400" b="1" dirty="0" smtClean="0">
                <a:solidFill>
                  <a:schemeClr val="bg1"/>
                </a:solidFill>
              </a:rPr>
              <a:t>NextJS</a:t>
            </a:r>
            <a:r>
              <a:rPr lang="pt-BR" sz="2400" dirty="0" smtClean="0">
                <a:solidFill>
                  <a:schemeClr val="bg1"/>
                </a:solidFill>
              </a:rPr>
              <a:t> = Framework</a:t>
            </a:r>
            <a:endParaRPr lang="pt-BR" sz="2400" dirty="0">
              <a:solidFill>
                <a:schemeClr val="bg1"/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304800" y="1382633"/>
            <a:ext cx="2932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smtClean="0">
                <a:solidFill>
                  <a:schemeClr val="bg1"/>
                </a:solidFill>
              </a:rPr>
              <a:t>&gt;</a:t>
            </a:r>
            <a:r>
              <a:rPr lang="pt-BR" sz="2400" b="1" dirty="0" smtClean="0">
                <a:solidFill>
                  <a:schemeClr val="bg1"/>
                </a:solidFill>
              </a:rPr>
              <a:t> React </a:t>
            </a:r>
            <a:r>
              <a:rPr lang="pt-BR" sz="2400" dirty="0" smtClean="0">
                <a:solidFill>
                  <a:schemeClr val="bg1"/>
                </a:solidFill>
              </a:rPr>
              <a:t>= Biblioteca JS</a:t>
            </a:r>
            <a:endParaRPr lang="pt-BR" sz="2400" dirty="0">
              <a:solidFill>
                <a:schemeClr val="bg1"/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887506" y="2392133"/>
            <a:ext cx="22822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- File system </a:t>
            </a:r>
            <a:r>
              <a:rPr lang="pt-BR" sz="2000" dirty="0" err="1" smtClean="0">
                <a:solidFill>
                  <a:schemeClr val="bg1"/>
                </a:solidFill>
              </a:rPr>
              <a:t>routing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290918" y="3253908"/>
            <a:ext cx="44862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- Server </a:t>
            </a:r>
            <a:r>
              <a:rPr lang="pt-BR" sz="2000" dirty="0" err="1" smtClean="0">
                <a:solidFill>
                  <a:schemeClr val="bg1"/>
                </a:solidFill>
              </a:rPr>
              <a:t>Components</a:t>
            </a:r>
            <a:r>
              <a:rPr lang="pt-BR" sz="2000" dirty="0" smtClean="0">
                <a:solidFill>
                  <a:schemeClr val="bg1"/>
                </a:solidFill>
              </a:rPr>
              <a:t>, </a:t>
            </a:r>
            <a:r>
              <a:rPr lang="pt-BR" sz="2000" dirty="0" err="1" smtClean="0">
                <a:solidFill>
                  <a:schemeClr val="bg1"/>
                </a:solidFill>
              </a:rPr>
              <a:t>Client</a:t>
            </a:r>
            <a:r>
              <a:rPr lang="pt-BR" sz="2000" dirty="0" smtClean="0">
                <a:solidFill>
                  <a:schemeClr val="bg1"/>
                </a:solidFill>
              </a:rPr>
              <a:t> </a:t>
            </a:r>
            <a:r>
              <a:rPr lang="pt-BR" sz="2000" dirty="0" err="1" smtClean="0">
                <a:solidFill>
                  <a:schemeClr val="bg1"/>
                </a:solidFill>
              </a:rPr>
              <a:t>Components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887506" y="3715573"/>
            <a:ext cx="3148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- Componentes e otimização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887505" y="2823020"/>
            <a:ext cx="29102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- </a:t>
            </a:r>
            <a:r>
              <a:rPr lang="pt-BR" sz="2000" dirty="0" err="1" smtClean="0">
                <a:solidFill>
                  <a:schemeClr val="bg1"/>
                </a:solidFill>
              </a:rPr>
              <a:t>Client</a:t>
            </a:r>
            <a:r>
              <a:rPr lang="pt-BR" sz="2000" dirty="0" smtClean="0">
                <a:solidFill>
                  <a:schemeClr val="bg1"/>
                </a:solidFill>
              </a:rPr>
              <a:t> e Server </a:t>
            </a:r>
            <a:r>
              <a:rPr lang="pt-BR" sz="2000" dirty="0" err="1" smtClean="0">
                <a:solidFill>
                  <a:schemeClr val="bg1"/>
                </a:solidFill>
              </a:rPr>
              <a:t>rendering</a:t>
            </a:r>
            <a:endParaRPr lang="pt-B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33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304801" y="466164"/>
            <a:ext cx="33928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 smtClean="0">
                <a:solidFill>
                  <a:srgbClr val="FFFF00"/>
                </a:solidFill>
              </a:rPr>
              <a:t>File system </a:t>
            </a:r>
            <a:r>
              <a:rPr lang="pt-BR" sz="3200" b="1" dirty="0" err="1" smtClean="0">
                <a:solidFill>
                  <a:srgbClr val="FFFF00"/>
                </a:solidFill>
              </a:rPr>
              <a:t>routing</a:t>
            </a:r>
            <a:endParaRPr lang="pt-BR" sz="3200" b="1" dirty="0">
              <a:solidFill>
                <a:srgbClr val="FFFF00"/>
              </a:solidFill>
            </a:endParaRPr>
          </a:p>
        </p:txBody>
      </p:sp>
      <p:pic>
        <p:nvPicPr>
          <p:cNvPr id="1026" name="Picture 2" descr="Next.js vs WordPress: Why Next.js is better than WordPres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9412" y="301080"/>
            <a:ext cx="749859" cy="7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304800" y="1382633"/>
            <a:ext cx="1008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smtClean="0">
                <a:solidFill>
                  <a:schemeClr val="bg1"/>
                </a:solidFill>
              </a:rPr>
              <a:t>&gt;</a:t>
            </a:r>
            <a:r>
              <a:rPr lang="pt-BR" sz="2800" b="1" dirty="0" smtClean="0">
                <a:solidFill>
                  <a:schemeClr val="bg1"/>
                </a:solidFill>
              </a:rPr>
              <a:t> app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3697653" y="616621"/>
            <a:ext cx="18931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(</a:t>
            </a:r>
            <a:r>
              <a:rPr lang="pt-BR" sz="2000" dirty="0" smtClean="0">
                <a:solidFill>
                  <a:srgbClr val="00B0F0"/>
                </a:solidFill>
              </a:rPr>
              <a:t> /</a:t>
            </a:r>
            <a:r>
              <a:rPr lang="pt-BR" sz="2000" dirty="0" err="1" smtClean="0">
                <a:solidFill>
                  <a:srgbClr val="00B0F0"/>
                </a:solidFill>
              </a:rPr>
              <a:t>pages</a:t>
            </a:r>
            <a:r>
              <a:rPr lang="pt-BR" sz="2000" dirty="0" smtClean="0">
                <a:solidFill>
                  <a:srgbClr val="00B0F0"/>
                </a:solidFill>
              </a:rPr>
              <a:t> e /app </a:t>
            </a:r>
            <a:r>
              <a:rPr lang="pt-BR" sz="2000" dirty="0" smtClean="0">
                <a:solidFill>
                  <a:schemeClr val="bg1"/>
                </a:solidFill>
              </a:rPr>
              <a:t>)</a:t>
            </a:r>
            <a:endParaRPr lang="pt-BR" sz="2000" dirty="0">
              <a:solidFill>
                <a:schemeClr val="bg1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602" y="2537012"/>
            <a:ext cx="6452897" cy="352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20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304801" y="466164"/>
            <a:ext cx="33928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 smtClean="0">
                <a:solidFill>
                  <a:srgbClr val="FFFF00"/>
                </a:solidFill>
              </a:rPr>
              <a:t>File system </a:t>
            </a:r>
            <a:r>
              <a:rPr lang="pt-BR" sz="3200" b="1" dirty="0" err="1" smtClean="0">
                <a:solidFill>
                  <a:srgbClr val="FFFF00"/>
                </a:solidFill>
              </a:rPr>
              <a:t>routing</a:t>
            </a:r>
            <a:endParaRPr lang="pt-BR" sz="3200" b="1" dirty="0">
              <a:solidFill>
                <a:srgbClr val="FFFF00"/>
              </a:solidFill>
            </a:endParaRPr>
          </a:p>
        </p:txBody>
      </p:sp>
      <p:pic>
        <p:nvPicPr>
          <p:cNvPr id="1026" name="Picture 2" descr="Next.js vs WordPress: Why Next.js is better than WordPres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9412" y="301080"/>
            <a:ext cx="749859" cy="7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304800" y="1382633"/>
            <a:ext cx="1008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smtClean="0">
                <a:solidFill>
                  <a:schemeClr val="bg1"/>
                </a:solidFill>
              </a:rPr>
              <a:t>&gt;</a:t>
            </a:r>
            <a:r>
              <a:rPr lang="pt-BR" sz="2800" b="1" dirty="0" smtClean="0">
                <a:solidFill>
                  <a:schemeClr val="bg1"/>
                </a:solidFill>
              </a:rPr>
              <a:t> app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3697653" y="616621"/>
            <a:ext cx="18931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(</a:t>
            </a:r>
            <a:r>
              <a:rPr lang="pt-BR" sz="2000" dirty="0" smtClean="0">
                <a:solidFill>
                  <a:srgbClr val="00B0F0"/>
                </a:solidFill>
              </a:rPr>
              <a:t> /</a:t>
            </a:r>
            <a:r>
              <a:rPr lang="pt-BR" sz="2000" dirty="0" err="1" smtClean="0">
                <a:solidFill>
                  <a:srgbClr val="00B0F0"/>
                </a:solidFill>
              </a:rPr>
              <a:t>pages</a:t>
            </a:r>
            <a:r>
              <a:rPr lang="pt-BR" sz="2000" dirty="0" smtClean="0">
                <a:solidFill>
                  <a:srgbClr val="00B0F0"/>
                </a:solidFill>
              </a:rPr>
              <a:t> e /app </a:t>
            </a:r>
            <a:r>
              <a:rPr lang="pt-BR" sz="2000" dirty="0" smtClean="0">
                <a:solidFill>
                  <a:schemeClr val="bg1"/>
                </a:solidFill>
              </a:rPr>
              <a:t>)</a:t>
            </a:r>
            <a:endParaRPr lang="pt-BR" sz="2000" dirty="0">
              <a:solidFill>
                <a:schemeClr val="bg1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732" y="2384612"/>
            <a:ext cx="6895849" cy="376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768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304801" y="466164"/>
            <a:ext cx="33928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 smtClean="0">
                <a:solidFill>
                  <a:srgbClr val="FFFF00"/>
                </a:solidFill>
              </a:rPr>
              <a:t>File system </a:t>
            </a:r>
            <a:r>
              <a:rPr lang="pt-BR" sz="3200" b="1" dirty="0" err="1" smtClean="0">
                <a:solidFill>
                  <a:srgbClr val="FFFF00"/>
                </a:solidFill>
              </a:rPr>
              <a:t>routing</a:t>
            </a:r>
            <a:endParaRPr lang="pt-BR" sz="3200" b="1" dirty="0">
              <a:solidFill>
                <a:srgbClr val="FFFF00"/>
              </a:solidFill>
            </a:endParaRPr>
          </a:p>
        </p:txBody>
      </p:sp>
      <p:pic>
        <p:nvPicPr>
          <p:cNvPr id="1026" name="Picture 2" descr="Next.js vs WordPress: Why Next.js is better than WordPres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9412" y="301080"/>
            <a:ext cx="749859" cy="7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304800" y="1382633"/>
            <a:ext cx="1008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smtClean="0">
                <a:solidFill>
                  <a:schemeClr val="bg1"/>
                </a:solidFill>
              </a:rPr>
              <a:t>&gt;</a:t>
            </a:r>
            <a:r>
              <a:rPr lang="pt-BR" sz="2800" b="1" dirty="0" smtClean="0">
                <a:solidFill>
                  <a:schemeClr val="bg1"/>
                </a:solidFill>
              </a:rPr>
              <a:t> app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3697653" y="616621"/>
            <a:ext cx="18931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(</a:t>
            </a:r>
            <a:r>
              <a:rPr lang="pt-BR" sz="2000" dirty="0" smtClean="0">
                <a:solidFill>
                  <a:srgbClr val="00B0F0"/>
                </a:solidFill>
              </a:rPr>
              <a:t> /</a:t>
            </a:r>
            <a:r>
              <a:rPr lang="pt-BR" sz="2000" dirty="0" err="1" smtClean="0">
                <a:solidFill>
                  <a:srgbClr val="00B0F0"/>
                </a:solidFill>
              </a:rPr>
              <a:t>pages</a:t>
            </a:r>
            <a:r>
              <a:rPr lang="pt-BR" sz="2000" dirty="0" smtClean="0">
                <a:solidFill>
                  <a:srgbClr val="00B0F0"/>
                </a:solidFill>
              </a:rPr>
              <a:t> e /app </a:t>
            </a:r>
            <a:r>
              <a:rPr lang="pt-BR" sz="2000" dirty="0" smtClean="0">
                <a:solidFill>
                  <a:schemeClr val="bg1"/>
                </a:solidFill>
              </a:rPr>
              <a:t>)</a:t>
            </a:r>
            <a:endParaRPr lang="pt-BR" sz="2000" dirty="0">
              <a:solidFill>
                <a:schemeClr val="bg1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825" y="1905853"/>
            <a:ext cx="7443876" cy="40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330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304801" y="466164"/>
            <a:ext cx="48801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 err="1" smtClean="0">
                <a:solidFill>
                  <a:srgbClr val="00B0F0"/>
                </a:solidFill>
              </a:rPr>
              <a:t>Client</a:t>
            </a:r>
            <a:r>
              <a:rPr lang="pt-BR" sz="3200" b="1" dirty="0" smtClean="0">
                <a:solidFill>
                  <a:srgbClr val="FFFF00"/>
                </a:solidFill>
              </a:rPr>
              <a:t> </a:t>
            </a:r>
            <a:r>
              <a:rPr lang="pt-BR" sz="3200" b="1" dirty="0" smtClean="0">
                <a:solidFill>
                  <a:schemeClr val="bg1"/>
                </a:solidFill>
              </a:rPr>
              <a:t>/</a:t>
            </a:r>
            <a:r>
              <a:rPr lang="pt-BR" sz="3200" b="1" dirty="0" smtClean="0">
                <a:solidFill>
                  <a:srgbClr val="FFFF00"/>
                </a:solidFill>
              </a:rPr>
              <a:t> </a:t>
            </a:r>
            <a:r>
              <a:rPr lang="pt-BR" sz="3200" b="1" dirty="0" smtClean="0">
                <a:solidFill>
                  <a:srgbClr val="00B0F0"/>
                </a:solidFill>
              </a:rPr>
              <a:t>Server </a:t>
            </a:r>
            <a:r>
              <a:rPr lang="pt-BR" sz="3200" b="1" dirty="0" err="1" smtClean="0">
                <a:solidFill>
                  <a:srgbClr val="00B0F0"/>
                </a:solidFill>
              </a:rPr>
              <a:t>Components</a:t>
            </a:r>
            <a:endParaRPr lang="pt-BR" sz="3200" b="1" dirty="0">
              <a:solidFill>
                <a:srgbClr val="00B0F0"/>
              </a:solidFill>
            </a:endParaRPr>
          </a:p>
        </p:txBody>
      </p:sp>
      <p:pic>
        <p:nvPicPr>
          <p:cNvPr id="1026" name="Picture 2" descr="Next.js vs WordPress: Why Next.js is better than WordPres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9412" y="301080"/>
            <a:ext cx="749859" cy="7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304800" y="1167480"/>
            <a:ext cx="1008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smtClean="0">
                <a:solidFill>
                  <a:schemeClr val="bg1"/>
                </a:solidFill>
              </a:rPr>
              <a:t>&gt;</a:t>
            </a:r>
            <a:r>
              <a:rPr lang="pt-BR" sz="2800" b="1" dirty="0" smtClean="0">
                <a:solidFill>
                  <a:schemeClr val="bg1"/>
                </a:solidFill>
              </a:rPr>
              <a:t> app</a:t>
            </a:r>
            <a:endParaRPr lang="pt-BR" sz="2800" dirty="0">
              <a:solidFill>
                <a:schemeClr val="bg1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525" y="1690700"/>
            <a:ext cx="9362598" cy="453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98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304801" y="466164"/>
            <a:ext cx="48801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 err="1" smtClean="0">
                <a:solidFill>
                  <a:srgbClr val="00B0F0"/>
                </a:solidFill>
              </a:rPr>
              <a:t>Client</a:t>
            </a:r>
            <a:r>
              <a:rPr lang="pt-BR" sz="3200" b="1" dirty="0" smtClean="0">
                <a:solidFill>
                  <a:srgbClr val="FFFF00"/>
                </a:solidFill>
              </a:rPr>
              <a:t> </a:t>
            </a:r>
            <a:r>
              <a:rPr lang="pt-BR" sz="3200" b="1" dirty="0" smtClean="0">
                <a:solidFill>
                  <a:schemeClr val="bg1"/>
                </a:solidFill>
              </a:rPr>
              <a:t>/</a:t>
            </a:r>
            <a:r>
              <a:rPr lang="pt-BR" sz="3200" b="1" dirty="0" smtClean="0">
                <a:solidFill>
                  <a:srgbClr val="FFFF00"/>
                </a:solidFill>
              </a:rPr>
              <a:t> </a:t>
            </a:r>
            <a:r>
              <a:rPr lang="pt-BR" sz="3200" b="1" dirty="0" smtClean="0">
                <a:solidFill>
                  <a:srgbClr val="00B0F0"/>
                </a:solidFill>
              </a:rPr>
              <a:t>Server </a:t>
            </a:r>
            <a:r>
              <a:rPr lang="pt-BR" sz="3200" b="1" dirty="0" err="1" smtClean="0">
                <a:solidFill>
                  <a:srgbClr val="00B0F0"/>
                </a:solidFill>
              </a:rPr>
              <a:t>Components</a:t>
            </a:r>
            <a:endParaRPr lang="pt-BR" sz="3200" b="1" dirty="0">
              <a:solidFill>
                <a:srgbClr val="00B0F0"/>
              </a:solidFill>
            </a:endParaRPr>
          </a:p>
        </p:txBody>
      </p:sp>
      <p:pic>
        <p:nvPicPr>
          <p:cNvPr id="1026" name="Picture 2" descr="Next.js vs WordPress: Why Next.js is better than WordPres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9412" y="301080"/>
            <a:ext cx="749859" cy="7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304800" y="1167480"/>
            <a:ext cx="1008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smtClean="0">
                <a:solidFill>
                  <a:schemeClr val="bg1"/>
                </a:solidFill>
              </a:rPr>
              <a:t>&gt;</a:t>
            </a:r>
            <a:r>
              <a:rPr lang="pt-BR" sz="2800" b="1" dirty="0" smtClean="0">
                <a:solidFill>
                  <a:schemeClr val="bg1"/>
                </a:solidFill>
              </a:rPr>
              <a:t> app</a:t>
            </a:r>
            <a:endParaRPr lang="pt-BR" sz="2800" dirty="0">
              <a:solidFill>
                <a:schemeClr val="bg1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525" y="1690700"/>
            <a:ext cx="9362598" cy="453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348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304801" y="466164"/>
            <a:ext cx="48801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 err="1" smtClean="0">
                <a:solidFill>
                  <a:srgbClr val="00B0F0"/>
                </a:solidFill>
              </a:rPr>
              <a:t>Client</a:t>
            </a:r>
            <a:r>
              <a:rPr lang="pt-BR" sz="3200" b="1" dirty="0" smtClean="0">
                <a:solidFill>
                  <a:srgbClr val="FFFF00"/>
                </a:solidFill>
              </a:rPr>
              <a:t> </a:t>
            </a:r>
            <a:r>
              <a:rPr lang="pt-BR" sz="3200" b="1" dirty="0" smtClean="0">
                <a:solidFill>
                  <a:schemeClr val="bg1"/>
                </a:solidFill>
              </a:rPr>
              <a:t>/</a:t>
            </a:r>
            <a:r>
              <a:rPr lang="pt-BR" sz="3200" b="1" dirty="0" smtClean="0">
                <a:solidFill>
                  <a:srgbClr val="FFFF00"/>
                </a:solidFill>
              </a:rPr>
              <a:t> </a:t>
            </a:r>
            <a:r>
              <a:rPr lang="pt-BR" sz="3200" b="1" dirty="0" smtClean="0">
                <a:solidFill>
                  <a:srgbClr val="00B0F0"/>
                </a:solidFill>
              </a:rPr>
              <a:t>Server </a:t>
            </a:r>
            <a:r>
              <a:rPr lang="pt-BR" sz="3200" b="1" dirty="0" err="1" smtClean="0">
                <a:solidFill>
                  <a:srgbClr val="00B0F0"/>
                </a:solidFill>
              </a:rPr>
              <a:t>Components</a:t>
            </a:r>
            <a:endParaRPr lang="pt-BR" sz="3200" b="1" dirty="0">
              <a:solidFill>
                <a:srgbClr val="00B0F0"/>
              </a:solidFill>
            </a:endParaRPr>
          </a:p>
        </p:txBody>
      </p:sp>
      <p:pic>
        <p:nvPicPr>
          <p:cNvPr id="1026" name="Picture 2" descr="Next.js vs WordPress: Why Next.js is better than WordPres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9412" y="301080"/>
            <a:ext cx="749859" cy="7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304800" y="1167480"/>
            <a:ext cx="1008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smtClean="0">
                <a:solidFill>
                  <a:schemeClr val="bg1"/>
                </a:solidFill>
              </a:rPr>
              <a:t>&gt;</a:t>
            </a:r>
            <a:r>
              <a:rPr lang="pt-BR" sz="2800" b="1" dirty="0" smtClean="0">
                <a:solidFill>
                  <a:schemeClr val="bg1"/>
                </a:solidFill>
              </a:rPr>
              <a:t> app</a:t>
            </a:r>
            <a:endParaRPr lang="pt-BR" sz="2800" dirty="0">
              <a:solidFill>
                <a:schemeClr val="bg1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190" y="1468253"/>
            <a:ext cx="6813180" cy="497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891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304801" y="466164"/>
            <a:ext cx="48801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 err="1" smtClean="0">
                <a:solidFill>
                  <a:srgbClr val="00B0F0"/>
                </a:solidFill>
              </a:rPr>
              <a:t>Client</a:t>
            </a:r>
            <a:r>
              <a:rPr lang="pt-BR" sz="3200" b="1" dirty="0" smtClean="0">
                <a:solidFill>
                  <a:srgbClr val="FFFF00"/>
                </a:solidFill>
              </a:rPr>
              <a:t> </a:t>
            </a:r>
            <a:r>
              <a:rPr lang="pt-BR" sz="3200" b="1" dirty="0" smtClean="0">
                <a:solidFill>
                  <a:schemeClr val="bg1"/>
                </a:solidFill>
              </a:rPr>
              <a:t>/</a:t>
            </a:r>
            <a:r>
              <a:rPr lang="pt-BR" sz="3200" b="1" dirty="0" smtClean="0">
                <a:solidFill>
                  <a:srgbClr val="FFFF00"/>
                </a:solidFill>
              </a:rPr>
              <a:t> </a:t>
            </a:r>
            <a:r>
              <a:rPr lang="pt-BR" sz="3200" b="1" dirty="0" smtClean="0">
                <a:solidFill>
                  <a:srgbClr val="00B0F0"/>
                </a:solidFill>
              </a:rPr>
              <a:t>Server </a:t>
            </a:r>
            <a:r>
              <a:rPr lang="pt-BR" sz="3200" b="1" dirty="0" err="1" smtClean="0">
                <a:solidFill>
                  <a:srgbClr val="00B0F0"/>
                </a:solidFill>
              </a:rPr>
              <a:t>Components</a:t>
            </a:r>
            <a:endParaRPr lang="pt-BR" sz="3200" b="1" dirty="0">
              <a:solidFill>
                <a:srgbClr val="00B0F0"/>
              </a:solidFill>
            </a:endParaRPr>
          </a:p>
        </p:txBody>
      </p:sp>
      <p:pic>
        <p:nvPicPr>
          <p:cNvPr id="1026" name="Picture 2" descr="Next.js vs WordPress: Why Next.js is better than WordPres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9412" y="301080"/>
            <a:ext cx="749859" cy="7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304800" y="1167480"/>
            <a:ext cx="1008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smtClean="0">
                <a:solidFill>
                  <a:schemeClr val="bg1"/>
                </a:solidFill>
              </a:rPr>
              <a:t>&gt;</a:t>
            </a:r>
            <a:r>
              <a:rPr lang="pt-BR" sz="2800" b="1" dirty="0" smtClean="0">
                <a:solidFill>
                  <a:schemeClr val="bg1"/>
                </a:solidFill>
              </a:rPr>
              <a:t> app</a:t>
            </a:r>
            <a:endParaRPr lang="pt-BR" sz="2800" dirty="0">
              <a:solidFill>
                <a:schemeClr val="bg1"/>
              </a:solidFill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582" y="1424041"/>
            <a:ext cx="6943230" cy="33608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765" y="3269034"/>
            <a:ext cx="5048708" cy="2585710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2793844" y="4061915"/>
            <a:ext cx="1918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Server </a:t>
            </a:r>
            <a:r>
              <a:rPr lang="pt-BR" dirty="0" err="1" smtClean="0">
                <a:solidFill>
                  <a:schemeClr val="bg1"/>
                </a:solidFill>
              </a:rPr>
              <a:t>component</a:t>
            </a:r>
            <a:endParaRPr lang="pt-BR" dirty="0">
              <a:solidFill>
                <a:schemeClr val="bg1"/>
              </a:solidFill>
            </a:endParaRPr>
          </a:p>
        </p:txBody>
      </p:sp>
      <p:cxnSp>
        <p:nvCxnSpPr>
          <p:cNvPr id="12" name="Conector de seta reta 11"/>
          <p:cNvCxnSpPr>
            <a:endCxn id="11" idx="3"/>
          </p:cNvCxnSpPr>
          <p:nvPr/>
        </p:nvCxnSpPr>
        <p:spPr>
          <a:xfrm flipH="1" flipV="1">
            <a:off x="4711998" y="4246581"/>
            <a:ext cx="948052" cy="266259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2549087" y="4872968"/>
            <a:ext cx="1918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Server </a:t>
            </a:r>
            <a:r>
              <a:rPr lang="pt-BR" dirty="0" err="1" smtClean="0">
                <a:solidFill>
                  <a:schemeClr val="bg1"/>
                </a:solidFill>
              </a:rPr>
              <a:t>component</a:t>
            </a:r>
            <a:endParaRPr lang="pt-BR" dirty="0">
              <a:solidFill>
                <a:schemeClr val="bg1"/>
              </a:solidFill>
            </a:endParaRPr>
          </a:p>
        </p:txBody>
      </p:sp>
      <p:cxnSp>
        <p:nvCxnSpPr>
          <p:cNvPr id="14" name="Conector de seta reta 13"/>
          <p:cNvCxnSpPr>
            <a:endCxn id="13" idx="3"/>
          </p:cNvCxnSpPr>
          <p:nvPr/>
        </p:nvCxnSpPr>
        <p:spPr>
          <a:xfrm flipH="1">
            <a:off x="4467241" y="4697506"/>
            <a:ext cx="1192809" cy="360128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904668" y="4600234"/>
            <a:ext cx="1858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 smtClean="0">
                <a:solidFill>
                  <a:schemeClr val="bg1"/>
                </a:solidFill>
              </a:rPr>
              <a:t>Client</a:t>
            </a:r>
            <a:r>
              <a:rPr lang="pt-BR" dirty="0" smtClean="0">
                <a:solidFill>
                  <a:schemeClr val="bg1"/>
                </a:solidFill>
              </a:rPr>
              <a:t> </a:t>
            </a:r>
            <a:r>
              <a:rPr lang="pt-BR" dirty="0" err="1" smtClean="0">
                <a:solidFill>
                  <a:schemeClr val="bg1"/>
                </a:solidFill>
              </a:rPr>
              <a:t>component</a:t>
            </a:r>
            <a:endParaRPr lang="pt-BR" dirty="0">
              <a:solidFill>
                <a:schemeClr val="bg1"/>
              </a:solidFill>
            </a:endParaRPr>
          </a:p>
        </p:txBody>
      </p:sp>
      <p:cxnSp>
        <p:nvCxnSpPr>
          <p:cNvPr id="17" name="Conector de seta reta 16"/>
          <p:cNvCxnSpPr>
            <a:endCxn id="16" idx="1"/>
          </p:cNvCxnSpPr>
          <p:nvPr/>
        </p:nvCxnSpPr>
        <p:spPr>
          <a:xfrm flipV="1">
            <a:off x="7144871" y="4784900"/>
            <a:ext cx="759797" cy="10825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209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304801" y="466164"/>
            <a:ext cx="48801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 err="1" smtClean="0">
                <a:solidFill>
                  <a:srgbClr val="00B0F0"/>
                </a:solidFill>
              </a:rPr>
              <a:t>Client</a:t>
            </a:r>
            <a:r>
              <a:rPr lang="pt-BR" sz="3200" b="1" dirty="0" smtClean="0">
                <a:solidFill>
                  <a:srgbClr val="FFFF00"/>
                </a:solidFill>
              </a:rPr>
              <a:t> </a:t>
            </a:r>
            <a:r>
              <a:rPr lang="pt-BR" sz="3200" b="1" dirty="0" smtClean="0">
                <a:solidFill>
                  <a:schemeClr val="bg1"/>
                </a:solidFill>
              </a:rPr>
              <a:t>/</a:t>
            </a:r>
            <a:r>
              <a:rPr lang="pt-BR" sz="3200" b="1" dirty="0" smtClean="0">
                <a:solidFill>
                  <a:srgbClr val="FFFF00"/>
                </a:solidFill>
              </a:rPr>
              <a:t> </a:t>
            </a:r>
            <a:r>
              <a:rPr lang="pt-BR" sz="3200" b="1" dirty="0" smtClean="0">
                <a:solidFill>
                  <a:srgbClr val="00B0F0"/>
                </a:solidFill>
              </a:rPr>
              <a:t>Server </a:t>
            </a:r>
            <a:r>
              <a:rPr lang="pt-BR" sz="3200" b="1" dirty="0" err="1" smtClean="0">
                <a:solidFill>
                  <a:srgbClr val="00B0F0"/>
                </a:solidFill>
              </a:rPr>
              <a:t>Components</a:t>
            </a:r>
            <a:endParaRPr lang="pt-BR" sz="3200" b="1" dirty="0">
              <a:solidFill>
                <a:srgbClr val="00B0F0"/>
              </a:solidFill>
            </a:endParaRPr>
          </a:p>
        </p:txBody>
      </p:sp>
      <p:pic>
        <p:nvPicPr>
          <p:cNvPr id="1026" name="Picture 2" descr="Next.js vs WordPress: Why Next.js is better than WordPres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9412" y="301080"/>
            <a:ext cx="749859" cy="7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214" y="4473346"/>
            <a:ext cx="4116296" cy="1963268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3596520" y="5789377"/>
            <a:ext cx="1858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 smtClean="0">
                <a:solidFill>
                  <a:schemeClr val="bg1"/>
                </a:solidFill>
              </a:rPr>
              <a:t>Client</a:t>
            </a:r>
            <a:r>
              <a:rPr lang="pt-BR" dirty="0" smtClean="0">
                <a:solidFill>
                  <a:schemeClr val="bg1"/>
                </a:solidFill>
              </a:rPr>
              <a:t> </a:t>
            </a:r>
            <a:r>
              <a:rPr lang="pt-BR" dirty="0" err="1" smtClean="0">
                <a:solidFill>
                  <a:schemeClr val="bg1"/>
                </a:solidFill>
              </a:rPr>
              <a:t>component</a:t>
            </a:r>
            <a:endParaRPr lang="pt-BR" dirty="0">
              <a:solidFill>
                <a:schemeClr val="bg1"/>
              </a:solidFill>
            </a:endParaRPr>
          </a:p>
        </p:txBody>
      </p:sp>
      <p:cxnSp>
        <p:nvCxnSpPr>
          <p:cNvPr id="8" name="Conector de seta reta 7"/>
          <p:cNvCxnSpPr/>
          <p:nvPr/>
        </p:nvCxnSpPr>
        <p:spPr>
          <a:xfrm flipH="1">
            <a:off x="5462828" y="5674659"/>
            <a:ext cx="1135196" cy="299384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3723966" y="5039068"/>
            <a:ext cx="1918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Server </a:t>
            </a:r>
            <a:r>
              <a:rPr lang="pt-BR" dirty="0" err="1" smtClean="0">
                <a:solidFill>
                  <a:schemeClr val="bg1"/>
                </a:solidFill>
              </a:rPr>
              <a:t>component</a:t>
            </a:r>
            <a:endParaRPr lang="pt-BR" dirty="0">
              <a:solidFill>
                <a:schemeClr val="bg1"/>
              </a:solidFill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 flipH="1" flipV="1">
            <a:off x="5649971" y="5223734"/>
            <a:ext cx="948052" cy="266259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m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2120" y="1310873"/>
            <a:ext cx="6151879" cy="297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281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104</Words>
  <Application>Microsoft Office PowerPoint</Application>
  <PresentationFormat>Widescreen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Matheus</dc:creator>
  <cp:lastModifiedBy>Matheus</cp:lastModifiedBy>
  <cp:revision>4</cp:revision>
  <dcterms:created xsi:type="dcterms:W3CDTF">2023-08-02T22:09:04Z</dcterms:created>
  <dcterms:modified xsi:type="dcterms:W3CDTF">2023-08-03T13:54:39Z</dcterms:modified>
</cp:coreProperties>
</file>